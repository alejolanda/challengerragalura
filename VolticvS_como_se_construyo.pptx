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502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14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VólticvS ⚡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8016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construimos un robot que cuida la electricidad de tu casa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73736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historia contada bien simple, sobre un proyecto de inteligencia artificial real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¿Quién es VólticvS?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robot amigable que vive en internet, siempre listo para ayudar.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le cuentas qué aparatos eléctricos tienes en tu casa: el refrigerador, la tele, el cargador del celular…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 hace las cuentas y te dice cuánta electricidad gastan y cuánto dinero podrías ahorrar.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probl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gran misterio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meses llega una boleta de electricidad con un número grande.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casi nadie sabe POR QUÉ ese número es tan grande, ni qué aparato tiene la culpa.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Necesitábamos un ayudante que resolviera ese misterio, como un detective.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m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Nuestra misión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ayudante que sepa cuánto gasta cada aparato de tu casa.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dé consejos que de verdad sirvan, no ideas imposibles.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que cualquier persona, desde cualquier lugar, pueda usarlo gratis desde internet.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Hicimos una lista gigante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Anotamos cuánta electricidad “come” cada aparato (eso se mide en “watts”).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cargador de celular come como un ratoncito: casi nada.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secadora de ropa come como un elefante hambriento: ¡mucho!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esa lista, VólticvS ya sabe de qué está hablando.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ereb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Construimos un cerebro matemático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Escribimos código en el lenguaje Python que hace las cuentas exactas.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 x horas x días = cuánta electricidad gastas de verdad.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cerebro nunca se equivoca ni inventa números — solo calcula.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ar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dimos voz a un amigo de IA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un modelo de inteligencia artificial para que explique los números con simpatía.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tiene una regla de oro: puede contar la historia, pero JAMÁS puede inventar los números.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Esos números ya los calculó el cerebro matemático del Paso 2 — la IA solo los cuenta bonito.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ormul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Armamos una hoja para que la llenes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formulario con casilleros: marcas lo que tienes en tu casa.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dices cuántas horas al día lo usas, y cuántas veces por semana.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VólticvS entiende tu casa, no una casa imaginaria.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mu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Pensamos en todo el mundo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personas usan pesos chilenos ni pagan la misma tarifa.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Agregamos un selector de país, para que cada quien vea su propia moneda.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ayudante sirve en Chile, Argentina, Perú, México y más.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ise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hicimos bonito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colores como un medidor eléctrico de verdad: azul oscuro de noche, amarillo brillante como un rayo.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Pusimos un contador que corre como el de tu casa, animándose con cada cálculo.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diseño bonito ayuda a que la gente confíe y entienda mejor.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onse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Consejos de verdad, no tonterías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principio el robot decía: “desconecta el portón eléctrico cuando no lo uses”.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¡Pero el portón necesita estar SIEMPRE conectado para escuchar el control remoto!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Aprendimos: los consejos deben ser reales y posibles, no ideas que se van por las nubes.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ut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Vimos el futuro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ahorro pequeño cada mes se convierte en un ahorro grande con el tiempo.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una alcancía: si guardas una moneda todos los días, en un año tienes un montón.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VólticvS te muestra el ahorro a 3 meses, 6 meses, 1 año, 2 años y 5 años.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imprim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9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botón para imprimir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Agregamos un botón que conecta directo con la impresora de tu computador.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puedes guardar o imprimir tu informe de consumo y ahorro, como una tarea del colegio.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ol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enseñamos a leer boletas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puedes subir el PDF de tu boleta eléctrica real.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VólticvS actúa como detective: busca los números de consumo y el total pagado.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esos dos datos, calcula tu tarifa real — no una tarifa inventada.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prueb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Cazamos errores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mostrarle el proyecto a alguien más, lo probamos una y otra vez.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errores escondidos los programadores les dicen “bugs” (bichos).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Encontramos varios: nombres mal escritos, cálculos que no calzaban, botones que no aparecían — y los arreglamos.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subimos a la nube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mover tu puesto de limonada de tu patio a la plaza del pueblo.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cualquier persona en el mundo puede visitar a VólticvS.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un servidor gratuito de Oracle Cloud, en Chile.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iemp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robot que nunca duerme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Configuramos el servidor para que VólticvS siga funcionando siempre.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apaguemos nuestro computador, él sigue trabajando en la nube.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 alguna vez se cae, se vuelve a levantar solo.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685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Guardamos los secretos bien guardados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148840" y="1965960"/>
            <a:ext cx="9372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VólticvS necesita una llave secreta para hablar con la inteligencia artificial.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llave nunca se muestra a nadie ni se sube a internet por accidente.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no darle tu clave del celular a un desconocido.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trof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68880" y="868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aprendimos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468880" y="2011680"/>
            <a:ext cx="8778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cosas reales es mejor que adivinar.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ayuda y corregir errores es parte de construir algo bueno.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grande se arma paso a paso, como piezas de un rompecabezas.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consejo tiene que ser posible de cumplir, no solo sonar bonito.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468880" y="507492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273370"/>
          </a:solidFill>
          <a:ln/>
        </p:spPr>
      </p:sp>
      <p:sp>
        <p:nvSpPr>
          <p:cNvPr id="6" name="Text 3"/>
          <p:cNvSpPr/>
          <p:nvPr/>
        </p:nvSpPr>
        <p:spPr>
          <a:xfrm>
            <a:off x="2651760" y="507492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Visita a VólticvS en: http://146.181.37.129:5000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2026-07-24T02:32:15Z</dcterms:created>
  <dcterms:modified xsi:type="dcterms:W3CDTF">2026-07-24T02:32:15Z</dcterms:modified>
</cp:coreProperties>
</file>